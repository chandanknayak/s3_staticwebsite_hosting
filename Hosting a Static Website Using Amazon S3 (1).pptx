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c41006ed7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c41006ed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c41006ed7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c41006ed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41006ed7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c41006e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c41006ed7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c41006ed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c41006ed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c41006e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c41006ed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c41006ed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c41006ed7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c41006ed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005" y="1065014"/>
            <a:ext cx="953988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85436" y="2493764"/>
            <a:ext cx="902112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Hosting a Static Website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 Using Amazon S3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133850" y="4459485"/>
            <a:ext cx="39243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Presented by: Chandan Nayak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148137" y="5248126"/>
            <a:ext cx="38957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Course: Computer Science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0"/>
            <a:ext cx="1228725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12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812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812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765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866775" y="32480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Fixed Content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866775" y="37719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Displays the same content for every visitor without server-side processing.</a:t>
            </a:r>
            <a:endParaRPr/>
          </a:p>
        </p:txBody>
      </p:sp>
      <p:pic>
        <p:nvPicPr>
          <p:cNvPr descr="image.png" id="115" name="Google Shape;11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765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4645074" y="32480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Core Technologies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4645074" y="37719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Uses standard web technologies: HTML for structure, CSS for style, and JavaScript for interactivity.</a:t>
            </a:r>
            <a:endParaRPr/>
          </a:p>
        </p:txBody>
      </p:sp>
      <p:pic>
        <p:nvPicPr>
          <p:cNvPr descr="image.png" id="118" name="Google Shape;11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765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8423374" y="32480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No Backend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8423374" y="37719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Directly served to the browser, making it incredibly fast and secure from injection attacks.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WHAT IS A STATIC WEBSITE?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8400"/>
            <a:ext cx="523875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/>
        </p:nvSpPr>
        <p:spPr>
          <a:xfrm>
            <a:off x="1143000" y="3009900"/>
            <a:ext cx="409575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0%</a:t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1143000" y="435292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Server Management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6810375" y="2858690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Host a fully functional website without a server.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6810375" y="3431976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Master the Amazon S3 ecosystem.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6810375" y="4005262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Learn modern Serverless Architecture.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6810375" y="4578548"/>
            <a:ext cx="4810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 a foundation in AWS Cloud concepts.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PROJECT OBJECTIVE</a:t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5869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43197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0052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578548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create clear and simple design" id="150" name="Google Shape;15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64853"/>
            <a:ext cx="5238750" cy="352841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/>
        </p:nvSpPr>
        <p:spPr>
          <a:xfrm>
            <a:off x="1000125" y="2691110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1000125" y="3264396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1000125" y="3837682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1000125" y="4410967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STEP 1: CREATE S3 BUCKET</a:t>
            </a:r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677575"/>
            <a:ext cx="11125777" cy="401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38710"/>
            <a:ext cx="5238750" cy="278070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1000125" y="2691110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1000125" y="3264396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2"/>
          <p:cNvSpPr txBox="1"/>
          <p:nvPr/>
        </p:nvSpPr>
        <p:spPr>
          <a:xfrm>
            <a:off x="1000125" y="3875782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 txBox="1"/>
          <p:nvPr/>
        </p:nvSpPr>
        <p:spPr>
          <a:xfrm>
            <a:off x="1809750" y="4172842"/>
            <a:ext cx="400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1809750" y="4746128"/>
            <a:ext cx="400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STEP 2: ENABLE WEB HOSTING</a:t>
            </a: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2" title="Screenshot 2026-01-29 2038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269275"/>
            <a:ext cx="11591924" cy="53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90700"/>
            <a:ext cx="11139575" cy="502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/>
        </p:nvSpPr>
        <p:spPr>
          <a:xfrm>
            <a:off x="1000125" y="2691110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1000125" y="3599557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1000125" y="4172842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1000125" y="4746128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3"/>
          <p:cNvSpPr txBox="1"/>
          <p:nvPr/>
        </p:nvSpPr>
        <p:spPr>
          <a:xfrm>
            <a:off x="762000" y="571500"/>
            <a:ext cx="11401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STEP 3: UPLOAD WEBSITE FILES</a:t>
            </a: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750" y="1147500"/>
            <a:ext cx="11825252" cy="531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6225"/>
            <a:ext cx="11401424" cy="52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1000125" y="2523529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"/>
          <p:cNvSpPr txBox="1"/>
          <p:nvPr/>
        </p:nvSpPr>
        <p:spPr>
          <a:xfrm>
            <a:off x="1000125" y="3096815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1000125" y="3670101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 txBox="1"/>
          <p:nvPr/>
        </p:nvSpPr>
        <p:spPr>
          <a:xfrm>
            <a:off x="1000125" y="4578548"/>
            <a:ext cx="481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STEP 4: PUBLIC ACCESS</a:t>
            </a:r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225" y="1371625"/>
            <a:ext cx="11796698" cy="52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STEP </a:t>
            </a:r>
            <a:r>
              <a:rPr b="1" lang="en-US" sz="3300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lang="en-US" sz="3300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654150" y="625350"/>
            <a:ext cx="108000" cy="400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10" name="Google Shape;21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1800"/>
            <a:ext cx="11401502" cy="547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490537" y="1546919"/>
            <a:ext cx="114014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222" name="Google Shape;222;p27"/>
          <p:cNvSpPr/>
          <p:nvPr/>
        </p:nvSpPr>
        <p:spPr>
          <a:xfrm>
            <a:off x="5381625" y="3242369"/>
            <a:ext cx="1428750" cy="76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1809750" y="3604319"/>
            <a:ext cx="8572500" cy="17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Amazon S3 provides a robust, low-cost, and maintenance-free solution for static hosting. By eliminating infrastructure management, developers can focus entirely on content and user experience.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 txBox="1"/>
          <p:nvPr/>
        </p:nvSpPr>
        <p:spPr>
          <a:xfrm>
            <a:off x="295200" y="2057400"/>
            <a:ext cx="11601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30" name="Google Shape;230;p28"/>
          <p:cNvSpPr txBox="1"/>
          <p:nvPr/>
        </p:nvSpPr>
        <p:spPr>
          <a:xfrm>
            <a:off x="571500" y="205740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"/>
          <p:cNvSpPr txBox="1"/>
          <p:nvPr/>
        </p:nvSpPr>
        <p:spPr>
          <a:xfrm>
            <a:off x="571500" y="311646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8"/>
          <p:cNvSpPr txBox="1"/>
          <p:nvPr/>
        </p:nvSpPr>
        <p:spPr>
          <a:xfrm>
            <a:off x="571500" y="361176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